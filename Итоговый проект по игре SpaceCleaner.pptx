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F0D0B-AFC7-49F1-A84A-1D578B23B74A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4FB9F-450C-4470-B3DB-B0CA0849C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03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Акульшин Вячеслав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4FB9F-450C-4470-B3DB-B0CA0849CD8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98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SpaceCleaner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Итоговый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Java</a:t>
            </a:r>
          </a:p>
          <a:p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игры</a:t>
            </a:r>
            <a:r>
              <a:rPr lang="en-US" dirty="0"/>
              <a:t> Space Cleaner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EA5AE-067D-B330-4C4F-2EC85E960FDE}"/>
              </a:ext>
            </a:extLst>
          </p:cNvPr>
          <p:cNvSpPr txBox="1"/>
          <p:nvPr/>
        </p:nvSpPr>
        <p:spPr>
          <a:xfrm>
            <a:off x="5871172" y="64153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Акульшин Вячеслав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Разработать 2D-игру SpaceCleaner на Java с использованием LibGDX.</a:t>
            </a:r>
          </a:p>
          <a:p>
            <a:r>
              <a:t>Игрок управляет кораблём и очищает космос от мусора, избегая столкновений.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Java</a:t>
            </a:r>
          </a:p>
          <a:p>
            <a:r>
              <a:rPr dirty="0"/>
              <a:t> </a:t>
            </a:r>
            <a:r>
              <a:rPr dirty="0" err="1"/>
              <a:t>LibGDX</a:t>
            </a:r>
            <a:endParaRPr dirty="0"/>
          </a:p>
          <a:p>
            <a:r>
              <a:rPr dirty="0"/>
              <a:t> Android и Desktop </a:t>
            </a:r>
            <a:r>
              <a:rPr dirty="0" err="1"/>
              <a:t>модули</a:t>
            </a:r>
            <a:endParaRPr lang="en-US" dirty="0"/>
          </a:p>
          <a:p>
            <a:r>
              <a:rPr lang="en-US" dirty="0"/>
              <a:t>Box 2D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разделён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модули</a:t>
            </a:r>
            <a:r>
              <a:rPr dirty="0"/>
              <a:t>:</a:t>
            </a:r>
          </a:p>
          <a:p>
            <a:r>
              <a:rPr dirty="0"/>
              <a:t> core –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игры</a:t>
            </a:r>
            <a:endParaRPr dirty="0"/>
          </a:p>
          <a:p>
            <a:r>
              <a:rPr dirty="0"/>
              <a:t> android –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Android</a:t>
            </a:r>
          </a:p>
          <a:p>
            <a:r>
              <a:rPr dirty="0"/>
              <a:t> desktop –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ПК</a:t>
            </a:r>
          </a:p>
          <a:p>
            <a:endParaRPr dirty="0"/>
          </a:p>
          <a:p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экранная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(Screen).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экраны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MenuScreen</a:t>
            </a:r>
            <a:r>
              <a:rPr dirty="0"/>
              <a:t> – </a:t>
            </a:r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меню</a:t>
            </a:r>
            <a:endParaRPr dirty="0"/>
          </a:p>
          <a:p>
            <a:r>
              <a:rPr dirty="0"/>
              <a:t> </a:t>
            </a:r>
            <a:r>
              <a:rPr dirty="0" err="1"/>
              <a:t>GameScreen</a:t>
            </a:r>
            <a:r>
              <a:rPr dirty="0"/>
              <a:t> –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процесс</a:t>
            </a:r>
            <a:endParaRPr dirty="0"/>
          </a:p>
          <a:p>
            <a:r>
              <a:rPr dirty="0"/>
              <a:t> </a:t>
            </a:r>
            <a:r>
              <a:rPr dirty="0" err="1"/>
              <a:t>SettingsScreen</a:t>
            </a:r>
            <a:r>
              <a:rPr dirty="0"/>
              <a:t> – </a:t>
            </a:r>
            <a:r>
              <a:rPr dirty="0" err="1"/>
              <a:t>настройки</a:t>
            </a:r>
            <a:endParaRPr dirty="0"/>
          </a:p>
          <a:p>
            <a:r>
              <a:rPr dirty="0"/>
              <a:t> </a:t>
            </a:r>
            <a:r>
              <a:rPr dirty="0" err="1"/>
              <a:t>RecordsScreen</a:t>
            </a:r>
            <a:r>
              <a:rPr dirty="0"/>
              <a:t> –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рекордов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Игровые объекты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ShipObject</a:t>
            </a:r>
            <a:r>
              <a:rPr dirty="0"/>
              <a:t> – </a:t>
            </a:r>
            <a:r>
              <a:rPr dirty="0" err="1"/>
              <a:t>корабль</a:t>
            </a:r>
            <a:r>
              <a:rPr dirty="0"/>
              <a:t> </a:t>
            </a:r>
            <a:r>
              <a:rPr dirty="0" err="1"/>
              <a:t>игрока</a:t>
            </a:r>
            <a:endParaRPr dirty="0"/>
          </a:p>
          <a:p>
            <a:r>
              <a:rPr dirty="0"/>
              <a:t> </a:t>
            </a:r>
            <a:r>
              <a:rPr dirty="0" err="1"/>
              <a:t>BulletObject</a:t>
            </a:r>
            <a:r>
              <a:rPr dirty="0"/>
              <a:t> – </a:t>
            </a:r>
            <a:r>
              <a:rPr dirty="0" err="1"/>
              <a:t>снаряды</a:t>
            </a:r>
            <a:endParaRPr dirty="0"/>
          </a:p>
          <a:p>
            <a:r>
              <a:rPr dirty="0"/>
              <a:t> </a:t>
            </a:r>
            <a:r>
              <a:rPr dirty="0" err="1"/>
              <a:t>PlainObject</a:t>
            </a:r>
            <a:r>
              <a:rPr dirty="0"/>
              <a:t> – </a:t>
            </a:r>
            <a:r>
              <a:rPr dirty="0" err="1"/>
              <a:t>космический</a:t>
            </a:r>
            <a:r>
              <a:rPr dirty="0"/>
              <a:t> </a:t>
            </a:r>
            <a:r>
              <a:rPr dirty="0" err="1"/>
              <a:t>мусор</a:t>
            </a:r>
            <a:endParaRPr dirty="0"/>
          </a:p>
          <a:p>
            <a:endParaRPr dirty="0"/>
          </a:p>
          <a:p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объекты</a:t>
            </a:r>
            <a:r>
              <a:rPr dirty="0"/>
              <a:t> </a:t>
            </a:r>
            <a:r>
              <a:rPr dirty="0" err="1"/>
              <a:t>наследуются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GameObject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Менеджеры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AudioManager</a:t>
            </a:r>
            <a:r>
              <a:rPr dirty="0"/>
              <a:t> –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звуками</a:t>
            </a:r>
            <a:endParaRPr dirty="0"/>
          </a:p>
          <a:p>
            <a:r>
              <a:rPr dirty="0"/>
              <a:t> </a:t>
            </a:r>
            <a:r>
              <a:rPr dirty="0" err="1"/>
              <a:t>ContactManager</a:t>
            </a:r>
            <a:r>
              <a:rPr dirty="0"/>
              <a:t> –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столкновений</a:t>
            </a:r>
            <a:endParaRPr dirty="0"/>
          </a:p>
          <a:p>
            <a:r>
              <a:rPr dirty="0"/>
              <a:t> </a:t>
            </a:r>
            <a:r>
              <a:rPr dirty="0" err="1"/>
              <a:t>MemoryManager</a:t>
            </a:r>
            <a:r>
              <a:rPr dirty="0"/>
              <a:t> –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рекордов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Игровые механики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Движение</a:t>
            </a:r>
            <a:r>
              <a:rPr dirty="0"/>
              <a:t> </a:t>
            </a:r>
            <a:r>
              <a:rPr dirty="0" err="1"/>
              <a:t>корабля</a:t>
            </a:r>
            <a:endParaRPr dirty="0"/>
          </a:p>
          <a:p>
            <a:r>
              <a:rPr dirty="0"/>
              <a:t> </a:t>
            </a:r>
            <a:r>
              <a:rPr dirty="0" err="1"/>
              <a:t>Стрельба</a:t>
            </a:r>
            <a:endParaRPr dirty="0"/>
          </a:p>
          <a:p>
            <a:r>
              <a:rPr dirty="0"/>
              <a:t> </a:t>
            </a:r>
            <a:r>
              <a:rPr dirty="0" err="1"/>
              <a:t>Столкновения</a:t>
            </a:r>
            <a:endParaRPr dirty="0"/>
          </a:p>
          <a:p>
            <a:r>
              <a:rPr dirty="0"/>
              <a:t> </a:t>
            </a:r>
            <a:r>
              <a:rPr dirty="0" err="1"/>
              <a:t>Подсчёт</a:t>
            </a:r>
            <a:r>
              <a:rPr dirty="0"/>
              <a:t> </a:t>
            </a:r>
            <a:r>
              <a:rPr dirty="0" err="1"/>
              <a:t>очков</a:t>
            </a:r>
            <a:endParaRPr dirty="0"/>
          </a:p>
          <a:p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жизней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Ресурсы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Используются</a:t>
            </a:r>
            <a:r>
              <a:rPr dirty="0"/>
              <a:t>:</a:t>
            </a:r>
          </a:p>
          <a:p>
            <a:r>
              <a:rPr dirty="0"/>
              <a:t> </a:t>
            </a:r>
            <a:r>
              <a:rPr dirty="0" err="1"/>
              <a:t>Текстуры</a:t>
            </a:r>
            <a:r>
              <a:rPr dirty="0"/>
              <a:t> (</a:t>
            </a:r>
            <a:r>
              <a:rPr dirty="0" err="1"/>
              <a:t>корабль</a:t>
            </a:r>
            <a:r>
              <a:rPr dirty="0"/>
              <a:t>, </a:t>
            </a:r>
            <a:r>
              <a:rPr dirty="0" err="1"/>
              <a:t>фон</a:t>
            </a:r>
            <a:r>
              <a:rPr dirty="0"/>
              <a:t>, </a:t>
            </a:r>
            <a:r>
              <a:rPr dirty="0" err="1"/>
              <a:t>мусор</a:t>
            </a:r>
            <a:r>
              <a:rPr dirty="0"/>
              <a:t>)</a:t>
            </a:r>
          </a:p>
          <a:p>
            <a:r>
              <a:rPr lang="en-US" dirty="0"/>
              <a:t> </a:t>
            </a:r>
            <a:r>
              <a:rPr dirty="0" err="1"/>
              <a:t>Звуковые</a:t>
            </a:r>
            <a:r>
              <a:rPr dirty="0"/>
              <a:t> </a:t>
            </a:r>
            <a:r>
              <a:rPr dirty="0" err="1"/>
              <a:t>эффекты</a:t>
            </a:r>
            <a:endParaRPr dirty="0"/>
          </a:p>
          <a:p>
            <a:r>
              <a:rPr dirty="0"/>
              <a:t> </a:t>
            </a:r>
            <a:r>
              <a:rPr dirty="0" err="1"/>
              <a:t>Фоновая</a:t>
            </a:r>
            <a:r>
              <a:rPr dirty="0"/>
              <a:t> </a:t>
            </a:r>
            <a:r>
              <a:rPr dirty="0" err="1"/>
              <a:t>музыка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Сложности и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столкновений</a:t>
            </a:r>
            <a:r>
              <a:rPr dirty="0"/>
              <a:t> – </a:t>
            </a:r>
            <a:r>
              <a:rPr dirty="0" err="1"/>
              <a:t>реализована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ContactManager</a:t>
            </a:r>
            <a:endParaRPr dirty="0"/>
          </a:p>
          <a:p>
            <a:r>
              <a:rPr dirty="0"/>
              <a:t> </a:t>
            </a:r>
            <a:r>
              <a:rPr dirty="0" err="1"/>
              <a:t>Оптимизация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– </a:t>
            </a:r>
            <a:r>
              <a:rPr dirty="0" err="1"/>
              <a:t>вынос</a:t>
            </a:r>
            <a:r>
              <a:rPr dirty="0"/>
              <a:t> в </a:t>
            </a:r>
            <a:r>
              <a:rPr dirty="0" err="1"/>
              <a:t>GameResources</a:t>
            </a:r>
            <a:endParaRPr dirty="0"/>
          </a:p>
          <a:p>
            <a:r>
              <a:rPr dirty="0"/>
              <a:t> </a:t>
            </a:r>
            <a:r>
              <a:rPr dirty="0" err="1"/>
              <a:t>Масштабирование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экраны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демонстрирует</a:t>
            </a:r>
            <a:r>
              <a:rPr dirty="0"/>
              <a:t>:</a:t>
            </a:r>
          </a:p>
          <a:p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Java</a:t>
            </a:r>
          </a:p>
          <a:p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ООП</a:t>
            </a:r>
          </a:p>
          <a:p>
            <a:r>
              <a:rPr dirty="0"/>
              <a:t> </a:t>
            </a:r>
            <a:r>
              <a:rPr dirty="0" err="1"/>
              <a:t>Архитектуру</a:t>
            </a:r>
            <a:r>
              <a:rPr dirty="0"/>
              <a:t> </a:t>
            </a:r>
            <a:r>
              <a:rPr dirty="0" err="1"/>
              <a:t>игровых</a:t>
            </a:r>
            <a:r>
              <a:rPr dirty="0"/>
              <a:t> </a:t>
            </a:r>
            <a:r>
              <a:rPr dirty="0" err="1"/>
              <a:t>приложений</a:t>
            </a:r>
            <a:endParaRPr dirty="0"/>
          </a:p>
          <a:p>
            <a:endParaRPr dirty="0"/>
          </a:p>
          <a:p>
            <a:r>
              <a:rPr dirty="0" err="1"/>
              <a:t>Игра</a:t>
            </a:r>
            <a:r>
              <a:rPr dirty="0"/>
              <a:t> </a:t>
            </a:r>
            <a:r>
              <a:rPr dirty="0" err="1"/>
              <a:t>готова</a:t>
            </a:r>
            <a:r>
              <a:rPr dirty="0"/>
              <a:t> к </a:t>
            </a:r>
            <a:r>
              <a:rPr dirty="0" err="1"/>
              <a:t>запуску</a:t>
            </a:r>
            <a:r>
              <a:rPr dirty="0"/>
              <a:t> и </a:t>
            </a:r>
            <a:r>
              <a:rPr dirty="0" err="1"/>
              <a:t>расширению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219</Words>
  <Application>Microsoft Office PowerPoint</Application>
  <PresentationFormat>Экран (4:3)</PresentationFormat>
  <Paragraphs>58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SpaceCleaner</vt:lpstr>
      <vt:lpstr>Цель проекта</vt:lpstr>
      <vt:lpstr>Используемые технологии</vt:lpstr>
      <vt:lpstr>Архитектура проекта</vt:lpstr>
      <vt:lpstr>Основные экраны</vt:lpstr>
      <vt:lpstr>Игровые объекты</vt:lpstr>
      <vt:lpstr>Менеджеры</vt:lpstr>
      <vt:lpstr>Игровые механики</vt:lpstr>
      <vt:lpstr>Ресурсы</vt:lpstr>
      <vt:lpstr>Сложности и решения</vt:lpstr>
      <vt:lpstr>Итог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Vyacheslav Akulshin</dc:creator>
  <cp:keywords/>
  <dc:description>generated using python-pptx</dc:description>
  <cp:lastModifiedBy>Vyacheslav Akulshin</cp:lastModifiedBy>
  <cp:revision>2</cp:revision>
  <dcterms:created xsi:type="dcterms:W3CDTF">2013-01-27T09:14:16Z</dcterms:created>
  <dcterms:modified xsi:type="dcterms:W3CDTF">2026-01-28T23:58:56Z</dcterms:modified>
  <cp:category/>
</cp:coreProperties>
</file>