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theme/theme1.xml" ContentType="application/vnd.openxmlformats-officedocument.theme+xml"/>
  <Override PartName="/ppt/theme/theme12.xml" ContentType="application/vnd.openxmlformats-officedocument.theme+xml"/>
  <Override PartName="/ppt/notesSlides/notesSlide1.xml" ContentType="application/vnd.openxmlformats-officedocument.presentationml.notesSlide+xml"/>
  <Override PartName="/ppt/notesSlides/_rels/notesSlide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presProps.xml" ContentType="application/vnd.openxmlformats-officedocument.presentationml.presProps+xml"/>
  <Override PartName="/ppt/_rels/presentation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9144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Для перемещения страницы щёлкните мышью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формата примечаний щёлкните мышью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&lt;верхний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dt" idx="37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PlaceHolder 5"/>
          <p:cNvSpPr>
            <a:spLocks noGrp="1"/>
          </p:cNvSpPr>
          <p:nvPr>
            <p:ph type="ftr" idx="38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PlaceHolder 6"/>
          <p:cNvSpPr>
            <a:spLocks noGrp="1"/>
          </p:cNvSpPr>
          <p:nvPr>
            <p:ph type="sldNum" idx="39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66ADC723-A621-4ADA-B609-B91B405103A6}" type="slidenum"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sldImg"/>
          </p:nvPr>
        </p:nvSpPr>
        <p:spPr>
          <a:xfrm>
            <a:off x="1371600" y="1143000"/>
            <a:ext cx="4114440" cy="3085920"/>
          </a:xfrm>
          <a:prstGeom prst="rect">
            <a:avLst/>
          </a:prstGeom>
          <a:ln w="0">
            <a:noFill/>
          </a:ln>
        </p:spPr>
      </p:sp>
      <p:sp>
        <p:nvSpPr>
          <p:cNvPr id="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Выполнил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Акульшин Вячеслав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ru-RU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08CFA57-0D83-43AF-8526-7D6E43D30EEC}" type="slidenum"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69D74C3-CAAC-4192-80C6-7A8CA6346881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2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EFFF950-88C9-47AE-B32D-B1130133A17C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2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9EEA7B3-1DAB-4882-B8F3-EAC1519D1A77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0E85AEF-935D-4670-BFB8-B2B1F369B59D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F47BBED-C5EC-46A6-8114-B7F469C3032C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trike="noStrike" u="non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ED4B155-6674-4FF8-91B9-94B339FAC6C9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A790990-2476-440E-AEDD-B6737BCA85D4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7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8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72AF5C8-DAED-4C4C-B429-3C95676A6033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61C739D-AF6A-4B43-B7F9-39EC2FC1D3CE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973D0B0-92BF-4419-AB50-5CFD53872557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1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731244A-1F58-461A-B301-43327007329E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1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dt" idx="3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PlaceHolder 5"/>
          <p:cNvSpPr>
            <a:spLocks noGrp="1"/>
          </p:cNvSpPr>
          <p:nvPr>
            <p:ph type="ftr" idx="3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6"/>
          <p:cNvSpPr>
            <a:spLocks noGrp="1"/>
          </p:cNvSpPr>
          <p:nvPr>
            <p:ph type="sldNum" idx="3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E039E86-0B7F-4D32-B13A-04F0764F58B6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SpaceCleaner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subTitle"/>
          </p:nvPr>
        </p:nvSpPr>
        <p:spPr>
          <a:xfrm>
            <a:off x="1371600" y="3886200"/>
            <a:ext cx="6400440" cy="1752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4572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r>
              <a:rPr b="0" lang="ru-RU" sz="3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Итоговый проект по Java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 defTabSz="4572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r>
              <a:rPr b="0" lang="ru-RU" sz="3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Разработка игры</a:t>
            </a:r>
            <a:r>
              <a:rPr b="0" lang="en-US" sz="3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Space Cleaner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4"/>
          <p:cNvSpPr/>
          <p:nvPr/>
        </p:nvSpPr>
        <p:spPr>
          <a:xfrm>
            <a:off x="5871240" y="6415200"/>
            <a:ext cx="457164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Выполнил</a:t>
            </a: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: </a:t>
            </a: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Акульшин Вячеслав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687960" y="15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indent="0" algn="ctr">
              <a:buNone/>
            </a:pPr>
            <a:r>
              <a:rPr b="0" lang="en-US" sz="4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Скриншоты из игры</a:t>
            </a:r>
            <a:endParaRPr b="0" lang="en-US" sz="4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3" name="" descr=""/>
          <p:cNvPicPr/>
          <p:nvPr/>
        </p:nvPicPr>
        <p:blipFill>
          <a:blip r:embed="rId1"/>
          <a:stretch/>
        </p:blipFill>
        <p:spPr>
          <a:xfrm>
            <a:off x="97200" y="2682720"/>
            <a:ext cx="2782800" cy="397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4" name="" descr=""/>
          <p:cNvPicPr/>
          <p:nvPr/>
        </p:nvPicPr>
        <p:blipFill>
          <a:blip r:embed="rId2"/>
          <a:stretch/>
        </p:blipFill>
        <p:spPr>
          <a:xfrm rot="21597600">
            <a:off x="3172680" y="2629080"/>
            <a:ext cx="2765520" cy="3957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5" name="" descr=""/>
          <p:cNvPicPr/>
          <p:nvPr/>
        </p:nvPicPr>
        <p:blipFill>
          <a:blip r:embed="rId3"/>
          <a:stretch/>
        </p:blipFill>
        <p:spPr>
          <a:xfrm>
            <a:off x="6193800" y="2628000"/>
            <a:ext cx="2842200" cy="4068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"/>
          <p:cNvSpPr txBox="1"/>
          <p:nvPr/>
        </p:nvSpPr>
        <p:spPr>
          <a:xfrm>
            <a:off x="900000" y="2682720"/>
            <a:ext cx="1141560" cy="346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Меню 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3780000" y="2700000"/>
            <a:ext cx="1440000" cy="602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Настройки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6660000" y="2628000"/>
            <a:ext cx="1800000" cy="346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Процесс игры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Цель проекта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Разработать 2D-игру SpaceCleaner на Java с использованием LibGDX.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Игрок управляет кораблём и очищает космос от мусора, избегая столкновений.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Используемые технологии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Java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LibGDX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Android и Desktop модули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Box 2D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</a:pP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Архитектура проекта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Проект разделён на модули: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core – основная логика игры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android – запуск на Android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desktop – запуск на ПК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</a:pP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Используется экранная архитектура (Screen).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Основные экраны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MenuScreen – главное меню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GameScreen – игровой процесс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SettingsScreen – настройки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RecordsScreen – таблица рекордов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Игровые объекты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ShipObject – корабль игрока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BulletObject – снаряды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PlainObject – космический мусор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</a:pP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Все объекты наследуются от GameObject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Менеджеры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AudioManager – управление звуками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ContactManager – обработка столкновений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MemoryManager – сохранение рекордов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Игровые механики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Движение корабля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Стрельба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Столкновения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Подсчёт очков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Система жизней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Ресурсы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Используются: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Текстуры (корабль, фон, мусор)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Звуковые эффекты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Фоновая музыка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</a:pP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Сложности и решения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Обработка столкновений – реализована через ContactManager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Оптимизация ресурсов – вынос в GameResources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Масштабирование под разные экраны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Итог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Проект демонстрирует: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Знание Java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Понимание ООП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 Архитектуру игровых приложений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defTabSz="457200">
              <a:lnSpc>
                <a:spcPct val="100000"/>
              </a:lnSpc>
              <a:spcBef>
                <a:spcPts val="641"/>
              </a:spcBef>
              <a:buNone/>
            </a:pP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Игра готова к запуску и расширению.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</TotalTime>
  <Application>LibreOffice/25.2.7.2$Windows_X86_64 LibreOffice_project/5cbfd1ab6520636bb5f7b99185aa69bd7456825d</Application>
  <AppVersion>15.0000</AppVersion>
  <Words>219</Words>
  <Paragraphs>58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>Vyacheslav Akulshin</dc:creator>
  <dc:description>generated using python-pptx</dc:description>
  <dc:language>ru-RU</dc:language>
  <cp:lastModifiedBy/>
  <dcterms:modified xsi:type="dcterms:W3CDTF">2026-01-29T09:52:08Z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Экран (4:3)</vt:lpwstr>
  </property>
  <property fmtid="{D5CDD505-2E9C-101B-9397-08002B2CF9AE}" pid="4" name="Slides">
    <vt:i4>11</vt:i4>
  </property>
</Properties>
</file>